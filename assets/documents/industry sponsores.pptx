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9B0E-CAEB-7F02-01FE-4ED025F7B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F4D45-D3F5-FAC2-5F2A-61A2C4A1B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05912-EF46-BCC7-A7F8-190B66F70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94504-7812-198F-A732-EE17B8D5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3F11B-B9BA-E080-C6E1-2E902596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7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1CB1-E2A8-9C1C-299F-C61C6E0B0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B12E1-F1B4-947A-E4A6-430B1FC8B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B0ECD-B016-03BD-E0CD-A26CD578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1DA78-67FC-B4CB-B215-9810D35F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2C7E1-842A-F4E0-C646-D6645C4E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8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530DB-B37E-D812-708D-E235D1A2B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F8FCC-4AF1-205A-5CC7-4690DE65D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4BD6D-A678-C804-0CDC-8607E470C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12A41-342F-A84F-8D90-4FB97FDE9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D196-4FBE-0EF0-D60E-5A05D6876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9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A42A-D29A-8746-D391-4BD81912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820B-223B-DA85-14CA-DA535B93C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189A5-6D9E-9FE6-C228-3C47873CB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8CE72-9D9A-B803-5D9F-118D3ADD5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C19F0-92E2-FBAD-4F9C-1AA47894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167DA-BD66-5AEF-F577-E5AAF6F2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4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9BAB5-3498-5FF1-9123-D4D60374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A37CD-48B1-029A-A915-A2CB790EF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7A078-24BA-B9A0-9DD1-60CDFE70B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51252-C56A-419A-49BF-8C318D7FF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BC4A8-7A99-CDB9-F3A6-30659107D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A0F5F7-0E52-8EBA-74CB-FDF2AE05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AABEB6-1534-C644-9E87-44E67F03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0CC4B3-6691-03AD-A344-CB174E82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88F2-4907-B61A-9ECA-3C7C96EA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12433-2800-6439-BFC4-C1C1956A4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946C7-E3AE-5381-A8EF-814BA7FB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07BE7-445A-20B2-E8DB-A1FF8007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46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21681-3A02-28CE-9297-C01651533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93EF5-5A0F-6BC3-9254-CC126BF4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61090-D4AB-8051-DD2E-C2E675E3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5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FC85-036A-DCD8-909C-22154E158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EAB22-1290-B19B-23B6-9D076A126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5CAEF-5C6D-B72A-12C4-550DEC688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7357E-384B-0517-1EA2-993F550F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642AD-E8BB-CFAF-FBE1-E16F963A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9BF3C-4D1E-7BB0-7CBE-5FBC8C007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9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043D-A963-8DBE-74AC-93592168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2836AE-EFAE-2D95-D531-0408D820D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CFF72-DA3B-D7AC-4C57-726713D1F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07BA1-217A-7BD0-C113-1613BCAE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5DF86-B44C-BBC1-7AEB-9F54685E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8745E-F602-D115-A517-96504C5D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6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C68F-37FC-E5C2-006E-0C85981F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10B61-ABF2-0A20-EE82-5981D958E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25B17-F30E-F7CF-E56A-2F8701C9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AE309-E509-EE88-773B-B901F6B7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37CF1-3D89-C393-85FA-528806BA8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7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A4CD7-C36E-3F1E-113C-EFB9F8905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D0575-690D-3892-799A-92E9B9820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54F0D-ADD0-BF4C-FA90-D29F0BAE4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53EA4-1D9D-DA97-2419-D9AC7CEF0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C65B6-6CED-DCE2-559A-E7C606E0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2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07BF3-3FAD-47E5-C59D-287FCD4BA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B8D5B-89D0-C57C-31F6-0462BC6FB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7827E-7616-D27C-79F9-41F51D460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7C991-2DCB-42BC-8FCA-AAD44C3F1E72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56965-52FE-E689-5B90-7F8F1E59E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D8472-D106-4206-847F-564A975A5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2C2C0-DF1D-40C0-9AA8-03DBC21F0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7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E8C061D-F7DB-53AF-8642-D1DC08F4FDCF}"/>
              </a:ext>
            </a:extLst>
          </p:cNvPr>
          <p:cNvGrpSpPr/>
          <p:nvPr/>
        </p:nvGrpSpPr>
        <p:grpSpPr>
          <a:xfrm>
            <a:off x="553402" y="569317"/>
            <a:ext cx="10910000" cy="4257749"/>
            <a:chOff x="644842" y="226417"/>
            <a:chExt cx="10910000" cy="4257749"/>
          </a:xfrm>
        </p:grpSpPr>
        <p:pic>
          <p:nvPicPr>
            <p:cNvPr id="25" name="Picture 24" descr="A black background with red text&#10;&#10;AI-generated content may be incorrect.">
              <a:extLst>
                <a:ext uri="{FF2B5EF4-FFF2-40B4-BE49-F238E27FC236}">
                  <a16:creationId xmlns:a16="http://schemas.microsoft.com/office/drawing/2014/main" id="{93B72B81-3E53-DA0D-D34E-E7625FFFD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842" y="320111"/>
              <a:ext cx="3225403" cy="1064383"/>
            </a:xfrm>
            <a:prstGeom prst="rect">
              <a:avLst/>
            </a:prstGeom>
          </p:spPr>
        </p:pic>
        <p:pic>
          <p:nvPicPr>
            <p:cNvPr id="27" name="Picture 26" descr="A black screen with white text&#10;&#10;AI-generated content may be incorrect.">
              <a:extLst>
                <a:ext uri="{FF2B5EF4-FFF2-40B4-BE49-F238E27FC236}">
                  <a16:creationId xmlns:a16="http://schemas.microsoft.com/office/drawing/2014/main" id="{A9EAAEEE-B6EA-3AA5-B278-DC46944C5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2930" y="298644"/>
              <a:ext cx="3268265" cy="871537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7F300AA-6969-2CF8-8C5E-A41F1466D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430" y="1301700"/>
              <a:ext cx="2621170" cy="1963181"/>
            </a:xfrm>
            <a:prstGeom prst="rect">
              <a:avLst/>
            </a:prstGeom>
          </p:spPr>
        </p:pic>
        <p:pic>
          <p:nvPicPr>
            <p:cNvPr id="31" name="Picture 30" descr="A logo of a building&#10;&#10;AI-generated content may be incorrect.">
              <a:extLst>
                <a:ext uri="{FF2B5EF4-FFF2-40B4-BE49-F238E27FC236}">
                  <a16:creationId xmlns:a16="http://schemas.microsoft.com/office/drawing/2014/main" id="{54927963-D61E-8984-5B14-5701BB403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1633" y="1218418"/>
              <a:ext cx="2769683" cy="2258819"/>
            </a:xfrm>
            <a:prstGeom prst="rect">
              <a:avLst/>
            </a:prstGeom>
          </p:spPr>
        </p:pic>
        <p:pic>
          <p:nvPicPr>
            <p:cNvPr id="33" name="Picture 32" descr="A black background with text&#10;&#10;AI-generated content may be incorrect.">
              <a:extLst>
                <a:ext uri="{FF2B5EF4-FFF2-40B4-BE49-F238E27FC236}">
                  <a16:creationId xmlns:a16="http://schemas.microsoft.com/office/drawing/2014/main" id="{6E86EC2B-06B0-B6F3-FBC6-EA92D7FF8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3880" y="226417"/>
              <a:ext cx="3890962" cy="937351"/>
            </a:xfrm>
            <a:prstGeom prst="rect">
              <a:avLst/>
            </a:prstGeom>
          </p:spPr>
        </p:pic>
        <p:pic>
          <p:nvPicPr>
            <p:cNvPr id="35" name="Picture 34" descr="A black and gold sign&#10;&#10;AI-generated content may be incorrect.">
              <a:extLst>
                <a:ext uri="{FF2B5EF4-FFF2-40B4-BE49-F238E27FC236}">
                  <a16:creationId xmlns:a16="http://schemas.microsoft.com/office/drawing/2014/main" id="{5698816B-CDFC-0C11-25F6-2D1DFDC64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843" y="3569053"/>
              <a:ext cx="2650404" cy="871537"/>
            </a:xfrm>
            <a:prstGeom prst="rect">
              <a:avLst/>
            </a:prstGeom>
          </p:spPr>
        </p:pic>
        <p:pic>
          <p:nvPicPr>
            <p:cNvPr id="37" name="Picture 36" descr="A yellow and black sign with black text&#10;&#10;AI-generated content may be incorrect.">
              <a:extLst>
                <a:ext uri="{FF2B5EF4-FFF2-40B4-BE49-F238E27FC236}">
                  <a16:creationId xmlns:a16="http://schemas.microsoft.com/office/drawing/2014/main" id="{992505C9-6CF7-B487-261A-02C2E9554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2930" y="3525475"/>
              <a:ext cx="2650404" cy="958691"/>
            </a:xfrm>
            <a:prstGeom prst="rect">
              <a:avLst/>
            </a:prstGeom>
          </p:spPr>
        </p:pic>
        <p:pic>
          <p:nvPicPr>
            <p:cNvPr id="41" name="Picture 40" descr="A blue and green text on a black background&#10;&#10;AI-generated content may be incorrect.">
              <a:extLst>
                <a:ext uri="{FF2B5EF4-FFF2-40B4-BE49-F238E27FC236}">
                  <a16:creationId xmlns:a16="http://schemas.microsoft.com/office/drawing/2014/main" id="{4D8A8E64-503B-DF47-4D63-F050E3267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4454" y="3429000"/>
              <a:ext cx="4140388" cy="924438"/>
            </a:xfrm>
            <a:prstGeom prst="rect">
              <a:avLst/>
            </a:prstGeom>
          </p:spPr>
        </p:pic>
        <p:pic>
          <p:nvPicPr>
            <p:cNvPr id="45" name="Picture 44" descr="A yellow sign with black text&#10;&#10;AI-generated content may be incorrect.">
              <a:extLst>
                <a:ext uri="{FF2B5EF4-FFF2-40B4-BE49-F238E27FC236}">
                  <a16:creationId xmlns:a16="http://schemas.microsoft.com/office/drawing/2014/main" id="{1F4ADB98-26FE-5015-16E9-C21D35E10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0368" y="1279354"/>
              <a:ext cx="3648202" cy="2017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657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Chaturvedi</dc:creator>
  <cp:lastModifiedBy>Nikhil Chaturvedi</cp:lastModifiedBy>
  <cp:revision>3</cp:revision>
  <dcterms:created xsi:type="dcterms:W3CDTF">2025-11-19T15:35:59Z</dcterms:created>
  <dcterms:modified xsi:type="dcterms:W3CDTF">2025-11-22T00:13:31Z</dcterms:modified>
</cp:coreProperties>
</file>